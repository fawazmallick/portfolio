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Update — Paper Recreation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Fawaz Mallick  ·  Geyer Lab  ·  May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29968"/>
            <a:ext cx="292608" cy="292608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93852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23042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recreation of Chen et al. 2021 — feature extraction, quadratic Ridge regression models, sequential Bayesian update (Eq. 1–5).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292608" cy="292608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33558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Treadmill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372160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from overground to Camargo GTech treadmill data. 8 subjects, 7 trials each (0.5–0.8 m/s). Implemented treadmill velocity compensation in coordinate frame.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864608"/>
            <a:ext cx="292608" cy="292608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864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477316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513892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Cross-velocity test (n=5,638): RMSE x = 8.21 cm. Cross-subject AB13 test (n=1,320): RMSE x = 8.81 cm. Competitive with paper's Table II (10.32 cm).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617220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FEF9EC"/>
          </a:solidFill>
          <a:ln w="12700">
            <a:solidFill>
              <a:srgbClr val="FEF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26364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y RMSE: treadmill walking has minimal lateral variability so y is trivially easy. x RMSE is the honest headline number.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1691640"/>
          </a:xfrm>
          <a:prstGeom prst="roundRect">
            <a:avLst>
              <a:gd name="adj" fmla="val 5405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07008"/>
            <a:ext cx="502920" cy="50292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IMU-Driven Position Measurement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Integrate IMU accelerations from toe-off → heel strike to get a noisy position estimate z = (x̂, ŷ)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Accumulated drift gives a natural covariance Σpp — wider for longer strides, noisier sensors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55080" y="162763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Feed P(z | C=(xᵢ,yᵢ)) into Eq. 3 as one additional sequential update on top of the 6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55080" y="21031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new algorithm needed — same framework, same sensor already used for features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4712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081528"/>
            <a:ext cx="502920" cy="50292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0449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Relevance Along Z Axis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5021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Current features (fA–fF) are computed from AP and ML projections — how much does the Z (vertical) trajectory contribute?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88720" y="39776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correlation: scatter fA–fF against xg/yg with Z-axis features overlaid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350215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 whether adding a Z-axis feature (e.g. peak height timing, vertical velocity extremum) reduces γ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397764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If Z adds signal → expand feature set and retrain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124712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956048"/>
            <a:ext cx="502920" cy="50292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91947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Alternative Features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537667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Paper's fA–fF are hand-designed extrema — are there better discriminative features?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88720" y="58521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Candidates: step duration, toe-off angle, mid-swing AP velocity profile shape, pelvis displacement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537667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Approach: compute candidate features, check correlation with xg/yg, compare γ before/after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55080" y="585216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Goal: lower γ on harder gait conditions (irregular, variable speed) where current features are weakest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2026-05-01T05:48:29Z</dcterms:created>
  <dcterms:modified xsi:type="dcterms:W3CDTF">2026-05-01T05:48:29Z</dcterms:modified>
</cp:coreProperties>
</file>